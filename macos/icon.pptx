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61" r:id="rId3"/>
    <p:sldId id="260" r:id="rId4"/>
    <p:sldId id="259" r:id="rId5"/>
  </p:sldIdLst>
  <p:sldSz cx="73152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08" d="100"/>
          <a:sy n="108" d="100"/>
        </p:scale>
        <p:origin x="28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97187"/>
            <a:ext cx="6217920" cy="254677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42174"/>
            <a:ext cx="5486400" cy="1766146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57C0-E24F-0D46-BE49-6E639D9406C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C54B-0FF5-AE42-83EE-9B69E795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60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57C0-E24F-0D46-BE49-6E639D9406C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C54B-0FF5-AE42-83EE-9B69E795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44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823722"/>
            <a:ext cx="6309360" cy="3042919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4895429"/>
            <a:ext cx="6309360" cy="1600199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57C0-E24F-0D46-BE49-6E639D9406C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C54B-0FF5-AE42-83EE-9B69E795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65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947333"/>
            <a:ext cx="310896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1947333"/>
            <a:ext cx="310896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57C0-E24F-0D46-BE49-6E639D9406C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C54B-0FF5-AE42-83EE-9B69E795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97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89468"/>
            <a:ext cx="630936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793241"/>
            <a:ext cx="3094672" cy="87883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672080"/>
            <a:ext cx="3094672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793241"/>
            <a:ext cx="3109913" cy="87883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2672080"/>
            <a:ext cx="3109913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57C0-E24F-0D46-BE49-6E639D9406C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C54B-0FF5-AE42-83EE-9B69E795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00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57C0-E24F-0D46-BE49-6E639D9406C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C54B-0FF5-AE42-83EE-9B69E795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5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57C0-E24F-0D46-BE49-6E639D9406C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C54B-0FF5-AE42-83EE-9B69E795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1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87680"/>
            <a:ext cx="2359342" cy="170688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053255"/>
            <a:ext cx="3703320" cy="5198533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194560"/>
            <a:ext cx="2359342" cy="4065694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57C0-E24F-0D46-BE49-6E639D9406C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C54B-0FF5-AE42-83EE-9B69E795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04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87680"/>
            <a:ext cx="2359342" cy="170688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053255"/>
            <a:ext cx="3703320" cy="5198533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194560"/>
            <a:ext cx="2359342" cy="4065694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57C0-E24F-0D46-BE49-6E639D9406C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C54B-0FF5-AE42-83EE-9B69E795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15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57C0-E24F-0D46-BE49-6E639D9406C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C54B-0FF5-AE42-83EE-9B69E795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1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389467"/>
            <a:ext cx="157734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389467"/>
            <a:ext cx="464058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57C0-E24F-0D46-BE49-6E639D9406C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C54B-0FF5-AE42-83EE-9B69E795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83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389468"/>
            <a:ext cx="630936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947333"/>
            <a:ext cx="630936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6780108"/>
            <a:ext cx="16459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357C0-E24F-0D46-BE49-6E639D9406C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6780108"/>
            <a:ext cx="16459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0C54B-0FF5-AE42-83EE-9B69E795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1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EBC0BC-17E2-F7A4-0D1F-E68648505F6C}"/>
              </a:ext>
            </a:extLst>
          </p:cNvPr>
          <p:cNvSpPr/>
          <p:nvPr/>
        </p:nvSpPr>
        <p:spPr>
          <a:xfrm>
            <a:off x="0" y="-1"/>
            <a:ext cx="7315200" cy="73389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4400" dirty="0">
                <a:solidFill>
                  <a:schemeClr val="bg1"/>
                </a:solidFill>
              </a:rPr>
              <a:t>MD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FFA749-24DB-FFDF-F501-E108C2DCC638}"/>
              </a:ext>
            </a:extLst>
          </p:cNvPr>
          <p:cNvSpPr/>
          <p:nvPr/>
        </p:nvSpPr>
        <p:spPr>
          <a:xfrm>
            <a:off x="3259776" y="5357229"/>
            <a:ext cx="3657600" cy="198172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TXT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2879743-CED3-5735-8843-8D4022627B75}"/>
              </a:ext>
            </a:extLst>
          </p:cNvPr>
          <p:cNvSpPr/>
          <p:nvPr/>
        </p:nvSpPr>
        <p:spPr>
          <a:xfrm>
            <a:off x="320634" y="5380979"/>
            <a:ext cx="3206337" cy="195797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/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1425366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EDD7-C08E-9773-32C6-A6B170A7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93533A-9104-D621-FEE9-B30E68AC10FA}"/>
              </a:ext>
            </a:extLst>
          </p:cNvPr>
          <p:cNvSpPr/>
          <p:nvPr/>
        </p:nvSpPr>
        <p:spPr>
          <a:xfrm>
            <a:off x="0" y="-1"/>
            <a:ext cx="7315200" cy="733895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4400" dirty="0">
                <a:solidFill>
                  <a:schemeClr val="bg1"/>
                </a:solidFill>
              </a:rPr>
              <a:t>TXT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8C9D08-C774-64D8-C51B-B4EC1ADD4756}"/>
              </a:ext>
            </a:extLst>
          </p:cNvPr>
          <p:cNvSpPr/>
          <p:nvPr/>
        </p:nvSpPr>
        <p:spPr>
          <a:xfrm>
            <a:off x="3259776" y="5357229"/>
            <a:ext cx="3657600" cy="198172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MD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087E502F-150F-2788-AA0F-1E3517D3A278}"/>
              </a:ext>
            </a:extLst>
          </p:cNvPr>
          <p:cNvSpPr/>
          <p:nvPr/>
        </p:nvSpPr>
        <p:spPr>
          <a:xfrm>
            <a:off x="320634" y="5380979"/>
            <a:ext cx="3206337" cy="195797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/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3040349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2F352-1918-337F-DE5C-411CD15E3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BB28C9-FA0F-EEFD-F4F5-65722373B418}"/>
              </a:ext>
            </a:extLst>
          </p:cNvPr>
          <p:cNvSpPr/>
          <p:nvPr/>
        </p:nvSpPr>
        <p:spPr>
          <a:xfrm>
            <a:off x="0" y="0"/>
            <a:ext cx="3657600" cy="365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MD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731B87-BEF4-6443-5CE7-02353C143577}"/>
              </a:ext>
            </a:extLst>
          </p:cNvPr>
          <p:cNvSpPr/>
          <p:nvPr/>
        </p:nvSpPr>
        <p:spPr>
          <a:xfrm>
            <a:off x="3657600" y="3681351"/>
            <a:ext cx="3657600" cy="36576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TXT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48FBCEB-671F-153B-BF4A-72AA6230F6E5}"/>
              </a:ext>
            </a:extLst>
          </p:cNvPr>
          <p:cNvSpPr/>
          <p:nvPr/>
        </p:nvSpPr>
        <p:spPr>
          <a:xfrm rot="2700000">
            <a:off x="2826327" y="3111335"/>
            <a:ext cx="1662545" cy="114003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00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FDC16-EA55-7C86-FAB9-4E9C0BD2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9858A6-2ED0-14ED-17DE-6494929BF272}"/>
              </a:ext>
            </a:extLst>
          </p:cNvPr>
          <p:cNvSpPr/>
          <p:nvPr/>
        </p:nvSpPr>
        <p:spPr>
          <a:xfrm>
            <a:off x="3657600" y="3681351"/>
            <a:ext cx="3657600" cy="365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MD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CAA41B-4B92-BC9B-A4D1-B3A1FF50C999}"/>
              </a:ext>
            </a:extLst>
          </p:cNvPr>
          <p:cNvSpPr/>
          <p:nvPr/>
        </p:nvSpPr>
        <p:spPr>
          <a:xfrm>
            <a:off x="0" y="23750"/>
            <a:ext cx="3657600" cy="36576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TXT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5D002D5E-21B6-C1C0-84B6-B6419FF23400}"/>
              </a:ext>
            </a:extLst>
          </p:cNvPr>
          <p:cNvSpPr/>
          <p:nvPr/>
        </p:nvSpPr>
        <p:spPr>
          <a:xfrm rot="2700000">
            <a:off x="2826327" y="3111335"/>
            <a:ext cx="1662545" cy="114003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77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597</TotalTime>
  <Words>10</Words>
  <Application>Microsoft Macintosh PowerPoint</Application>
  <PresentationFormat>Custom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Ted Pavlic</dc:creator>
  <cp:lastModifiedBy>Ted Pavlic</cp:lastModifiedBy>
  <cp:revision>3</cp:revision>
  <dcterms:created xsi:type="dcterms:W3CDTF">2025-11-12T09:31:31Z</dcterms:created>
  <dcterms:modified xsi:type="dcterms:W3CDTF">2025-11-12T20:13:03Z</dcterms:modified>
</cp:coreProperties>
</file>